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LEARNING 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Knowledge Ingestion, 3D Spaced Repetition &amp; Socratic Mentorship Engine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931920"/>
            <a:ext cx="1033272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297680"/>
            <a:ext cx="3200400" cy="146304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4348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&amp; ARCHITECT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Panchaksharayya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Software Engineer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4297680"/>
            <a:ext cx="3200400" cy="146304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44348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Vercel Instance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ai-study-buddy-sooty-seven.vercel.app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4297680"/>
            <a:ext cx="3200400" cy="146304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44348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&amp; STATUS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1.0.0 (Production Ready)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Audio Assets / Pure Client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Academic Retention Problem: Passive Learning Breakdown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73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 · Autonomous Learning Platform · https://ai-study-buddy-sooty-seven.vercel.app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Technical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higher education materials suffer from a severe cognitive retention drop-off when consumed passively without rapid active recall mechanisms.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3383280" cy="384048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68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Loss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05840" y="365760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lose up to 70% of ingested lecture content within 24 hours without structured retrieval practice (Ebbinghaus Forgetting Curve).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194560"/>
            <a:ext cx="3383280" cy="384048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468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Highlighting Trap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Efficiency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Highlighting and re-reading produce an illusion of competence without neural synaptic consolidation or conceptual proof mastery.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94560"/>
            <a:ext cx="3383280" cy="384048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468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Fragmentation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Tools Avg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21040" y="365760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juggle separate apps for PDF reading, flashcards, timers, and notes, degrading focus and increasing cognitive switching friction.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Cognitive Study Loop: Unified Solution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73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 · Autonomous Learning Platform · https://ai-study-buddy-sooty-seven.vercel.app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Technical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 creates an end-to-end active recall loop that unifies document ingestion, neural concept extraction, tactile spaced repetition, Socratic tutoring, and performance analytics into a single responsive interface.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2560320" cy="365760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Material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566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raw notes, syllabi, or textbook text. The client-side parser extracts definitions, formulas, and structural hierarchy.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286000"/>
            <a:ext cx="2560320" cy="365760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0332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 Concepts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3566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executive summaries, 3D spaced repetition cards, and adaptive multiple-choice questions automatically.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560320" cy="365760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4652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 &amp; Query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566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3D cards using Leitner algorithms, complete timed quizzes, and converse with the personal Socratic AI Tutor.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2286000"/>
            <a:ext cx="2560320" cy="365760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8972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&amp; Excel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9720" y="3566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daily retention heatmaps, domain mastery percentage gauges, and unlockable achievement milestones.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Decoupled Client-First Infrastructure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73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 · Autonomous Learning Platform · https://ai-study-buddy-sooty-seven.vercel.app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Technical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SPECIFICATIONS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Presentation Layer: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5 with pure TypeScript. Zero build-time lag and hot module replacement in under 200ms.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Motion Engine: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physics curves with requestAnimationFrame loop controller for seamless ambient video transitions.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Synchronization: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Context API (StudyData, Theme, Auth) with bidirectional LocalStorage hydration.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Acoustic Architecture: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Web Audio API synth oscillators (chimes, clicks, fanfares) delivering zero-latency feedback without external MP3s.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 AI SYNTHESIS STRATEGY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1: Google Gemini Pro Integration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client-side REST stream connecting to Gemini Pro using the student's private API key. All communication is zero-hop without intermediary proxy servers.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2: Embedded Heuristic Engine (100% Offline)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analytical engine capable of parsing chapters, extracting domain definitions, generating spaced flashcards, and grading assessments without internet connectivity.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Security Guarantee: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learner data is harvested, centralized, or sent to unverified endpoints. All session keys remain exclusively within local browser storage.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Deep-Dive: Socratic Ingestion &amp; Real-Time Dialogue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73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 · Autonomous Learning Platform · https://ai-study-buddy-sooty-seven.vercel.app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Technical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Multiformat Chapter Parsing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Lectures, markdown notes, and syllabi are ingested and organized into structured study chapters (e.g. Neural Networks, Internet Protocols, Molecular Genetics) with immediate difficulty tagging.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Multi-Turn Socratic Mentorship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regurgitating answers, the AI Tutor prompts students with guided questions, step-by-step mathematical proofs, and everyday analogies to foster authentic conceptual understanding.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Autosaved Smart Synthesized Notes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 are automatically divided into expandable accordions with instant clipboard copying, executive summaries, and debounced autosaving for personal revisions.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RECALL SUITE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Deep-Dive: 3D Spaced Repetition &amp; Adaptive Quizzing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73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 · Autonomous Learning Platform · https://ai-study-buddy-sooty-seven.vercel.app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Technical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TACTILE FLASHCARDS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CSS 3D Transforms: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Hardware-accelerated perspective (1200px) with 180-degree smooth backface visibility flipping.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Spaced Repetition Intervals: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distinct response ratings (Again, Hard, Good, Easy) adjusting review frequency and master status.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Keyboard Accessibility: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Spacebar to flip, Arrow keys to navigate, Number keys (1-4) for instant rating without mouse interaction.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QUIZZING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Question Bank Generation: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Dynamically generated multiple-choice exams tailored to ingested chapter definitions and formulas.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Score Engine: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accuracy percentages, completed question counts, and total active test duration in seconds.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In-Depth Rationale Explanations: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feedback highlighting correct choices and contextual justifications for every incorrect option.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Deep-Dive: Focus Pomodoro &amp; Retention Heatmaps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73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 · Autonomous Learning Platform · https://ai-study-buddy-sooty-seven.vercel.app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Technical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Circular Pomodoro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Customizable 25-minute deep focus, 5-minute short break, and 15-minute long break intervals.
• Smooth SVG circular progress indicator powered by procedural stroke dashoffset trigonometric calculations.
• Seamless integration with individual study tasks and estimated Pomodoro workloads.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Activity Heatmap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GitHub-style 16-week study density visualization mapping study sessions, card reviews, and quiz tests.
• Streak accountability engine reinforcing consistent daily recall routines over erratic cram sessions.
• Tiered visual intensity levels based on daily minutes logged.
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Velocity Analytics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5603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 gauges visualizing mastery distribution across Computer Science, Life Sciences, and Applied Math.
• Unlockable milestone achievements rewarding active streaks, quiz milestones, and deck completions.
• Permanent client-side logging requiring zero external database overhead.
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Philosophy: Modern Neo-Grotesque &amp; Cinematic Motion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73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 · Autonomous Learning Platform · https://ai-study-buddy-sooty-seven.vercel.app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Technical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SANS-SERIF TYPOGRAPHY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Display Typography: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Outfit (Weights 800/900) with tight -0.04em letter tracking. Replaced traditional literary serifs with sharp high-tech confidence.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Body &amp; Interface: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Jakarta Sans for maximum legibility in dense academic cards, modal dialogs, and navigation pills.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&amp; Metrics: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Grotesk for numerical data, countdown timers, and accuracy percentages.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ATMOSPHERIC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Looping Video Plate: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Meadowbell hand-painted anime motion with Aethera ethereal overlay using requestAnimationFrame 0.5s fade-in/fade-out loops.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 Single Navigation Bar: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dual navigation clutter. A single floating top navbar handles all transitions with sliding underline indicators.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Accessibility &amp; Reduced Motion: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support for prefers-reduced-motion media queries, disabling intensive motion for sensitive users.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Verification: Production Metrics &amp; Benchmarks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73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 · Autonomous Learning Platform · https://ai-study-buddy-sooty-seven.vercel.app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Technical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560320" cy="2103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Build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17.64s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TypeScript warnings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645920"/>
            <a:ext cx="2560320" cy="2103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Bundle Size (Gzip)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130.8 kB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code-split chunks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2103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Asset Overhead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KB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Web Audio 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0" y="1645920"/>
            <a:ext cx="2560320" cy="2103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Performance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0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98/100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440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First Contentful Paint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10698480" cy="201168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206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RELIABILITY &amp; BROWSER COMPATIBILITY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572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across Chromium (Google Chrome, Microsoft Edge, Brave), Gecko (Mozilla Firefox), and WebKit (Apple Safari).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resilience guaranteed via graceful fallback when Gemini Pro API keys are absent.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layout tested from mobile viewport widths (360px) up to 4K desktop displays (3840px).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 &amp; Live Deployment Links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2734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 · Autonomous Learning Platform · https://ai-study-buddy-sooty-seven.vercel.app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/ Technical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31A2D"/>
          </a:solidFill>
          <a:ln w="12700">
            <a:solidFill>
              <a:srgbClr val="2734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Study Buddy® delivers a production-grade, highly engaging learning experience that marries modern SaaS aesthetics with cognitive retention science.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743200"/>
            <a:ext cx="4754880" cy="1371600"/>
          </a:xfrm>
          <a:prstGeom prst="rect">
            <a:avLst/>
          </a:prstGeom>
          <a:solidFill>
            <a:srgbClr val="0B0F19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0175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PRODUCTION WEB APPLICATION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https://ai-study-buddy-sooty-seven.vercel.app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743200"/>
            <a:ext cx="4754880" cy="1371600"/>
          </a:xfrm>
          <a:prstGeom prst="rect">
            <a:avLst/>
          </a:prstGeom>
          <a:solidFill>
            <a:srgbClr val="0B0F1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0175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SOURCE CODE REPOSITORY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https://github.com/panchaksharayya12/AI-Study-Buddy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Explore the live platform or clone the repository to begin your autonomous study journey.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2026-10-28T04:22:34Z</dcterms:created>
  <dcterms:modified xsi:type="dcterms:W3CDTF">2026-10-28T04:22:34Z</dcterms:modified>
</cp:coreProperties>
</file>